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7" r:id="rId2"/>
    <p:sldId id="259" r:id="rId3"/>
    <p:sldId id="261" r:id="rId4"/>
    <p:sldId id="263" r:id="rId5"/>
    <p:sldId id="265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8" autoAdjust="0"/>
    <p:restoredTop sz="94737" autoAdjust="0"/>
  </p:normalViewPr>
  <p:slideViewPr>
    <p:cSldViewPr snapToGrid="0">
      <p:cViewPr varScale="1">
        <p:scale>
          <a:sx n="75" d="100"/>
          <a:sy n="75" d="100"/>
        </p:scale>
        <p:origin x="13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8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1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9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3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23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49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8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1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4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83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857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012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08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90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715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53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6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E3DF820-D563-4B48-BAC8-41C1432D87A4}" type="datetimeFigureOut">
              <a:rPr lang="en-IN" smtClean="0"/>
              <a:t>19-08-2024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A311F-CA9B-43B6-9A35-1982E8558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29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2794B-AAB1-4E9C-A0B9-311F6714D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484314"/>
            <a:ext cx="9553575" cy="35734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                      </a:t>
            </a:r>
          </a:p>
          <a:p>
            <a:pPr marL="0" indent="0">
              <a:buNone/>
            </a:pPr>
            <a:r>
              <a:rPr lang="en-IN" sz="5000" dirty="0"/>
              <a:t>     SHUBHAM KUMAR</a:t>
            </a:r>
          </a:p>
          <a:p>
            <a:pPr marL="0" indent="0">
              <a:buNone/>
            </a:pPr>
            <a:r>
              <a:rPr lang="en-IN" sz="2500" dirty="0"/>
              <a:t>                                </a:t>
            </a:r>
          </a:p>
          <a:p>
            <a:pPr marL="0" indent="0">
              <a:buNone/>
            </a:pPr>
            <a:r>
              <a:rPr lang="en-IN" sz="2500" dirty="0"/>
              <a:t> </a:t>
            </a:r>
          </a:p>
          <a:p>
            <a:pPr marL="0" indent="0">
              <a:buNone/>
            </a:pPr>
            <a:endParaRPr lang="en-IN" sz="2500" dirty="0"/>
          </a:p>
          <a:p>
            <a:pPr marL="0" indent="0">
              <a:buNone/>
            </a:pPr>
            <a:r>
              <a:rPr lang="en-IN" sz="2500" dirty="0"/>
              <a:t>                                                                        SW TEST ENGINEER</a:t>
            </a:r>
          </a:p>
          <a:p>
            <a:pPr marL="0" indent="0">
              <a:buNone/>
            </a:pPr>
            <a:r>
              <a:rPr lang="en-IN" sz="2500" dirty="0"/>
              <a:t>                                                                        AMDOCS (GURUGRAM)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54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E099-B4A9-42A9-8308-CF70CA17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43500" cy="763929"/>
          </a:xfrm>
        </p:spPr>
        <p:txBody>
          <a:bodyPr/>
          <a:lstStyle/>
          <a:p>
            <a:r>
              <a:rPr lang="en-IN" b="1" u="sng" dirty="0"/>
              <a:t>1.Example Website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C452AF-E327-4E41-8B46-809E7FAA8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8240"/>
            <a:ext cx="1219200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8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D3C0-FB89-4B31-83DD-05B9D525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3" y="0"/>
            <a:ext cx="8403221" cy="937549"/>
          </a:xfrm>
        </p:spPr>
        <p:txBody>
          <a:bodyPr/>
          <a:lstStyle/>
          <a:p>
            <a:r>
              <a:rPr lang="en-IN" b="1" u="sng" dirty="0"/>
              <a:t>2.Demo QA Form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16390-4790-48FA-B9D5-1F4FB70DA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319"/>
            <a:ext cx="12192000" cy="572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D81D-E0CE-4970-A4D6-7AC1004F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389224" cy="856527"/>
          </a:xfrm>
        </p:spPr>
        <p:txBody>
          <a:bodyPr/>
          <a:lstStyle/>
          <a:p>
            <a:r>
              <a:rPr lang="en-IN" b="1" u="sng" dirty="0"/>
              <a:t>3.Wikipedia Main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D92E6-B485-422B-B9DB-91CEB4527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894"/>
            <a:ext cx="12192000" cy="57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1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B131-5653-4F09-AECB-0EB0FDC1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66613" cy="787078"/>
          </a:xfrm>
        </p:spPr>
        <p:txBody>
          <a:bodyPr/>
          <a:lstStyle/>
          <a:p>
            <a:r>
              <a:rPr lang="en-IN" b="1" u="sng" dirty="0"/>
              <a:t>4.Google Search Page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17753-A8B5-476C-ADD4-949927553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894"/>
            <a:ext cx="12192000" cy="57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4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44C4-43B7-47E0-88E1-1C29B0C9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543040" cy="792480"/>
          </a:xfrm>
        </p:spPr>
        <p:txBody>
          <a:bodyPr/>
          <a:lstStyle/>
          <a:p>
            <a:r>
              <a:rPr lang="en-IN" b="1" u="sng" dirty="0"/>
              <a:t>5.Demo QA Using POM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C0AEF-ED3D-414E-886D-AC63180EE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7280"/>
            <a:ext cx="12192000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3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DA0C-07C4-4F89-BEC1-B922ABFC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531360" cy="843280"/>
          </a:xfrm>
        </p:spPr>
        <p:txBody>
          <a:bodyPr/>
          <a:lstStyle/>
          <a:p>
            <a:r>
              <a:rPr lang="en-IN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68ABE-8116-4EA2-81A1-6B4270E42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20"/>
            <a:ext cx="12192000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7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B505-48F2-4D1E-8920-4A40A6BF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410960" cy="853440"/>
          </a:xfrm>
        </p:spPr>
        <p:txBody>
          <a:bodyPr/>
          <a:lstStyle/>
          <a:p>
            <a:r>
              <a:rPr lang="en-IN" b="1" u="sng" dirty="0"/>
              <a:t>6.Selenium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A1405-A56E-47D8-96A3-BAFE1B690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7760"/>
            <a:ext cx="12192000" cy="57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7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0CAB-EE71-4F78-9047-0C2F73AD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64000" cy="772160"/>
          </a:xfrm>
        </p:spPr>
        <p:txBody>
          <a:bodyPr/>
          <a:lstStyle/>
          <a:p>
            <a:r>
              <a:rPr lang="en-IN" b="1" dirty="0"/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13FBB-CC3C-4969-A288-7EB5FCF99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8400"/>
            <a:ext cx="121920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7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7923-5FE3-437E-8479-B7430604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077" y="2363750"/>
            <a:ext cx="5625203" cy="1400530"/>
          </a:xfrm>
        </p:spPr>
        <p:txBody>
          <a:bodyPr/>
          <a:lstStyle/>
          <a:p>
            <a:r>
              <a:rPr lang="en-IN" sz="8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995709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203</TotalTime>
  <Words>51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1.Example Website </vt:lpstr>
      <vt:lpstr>2.Demo QA Form Page</vt:lpstr>
      <vt:lpstr>3.Wikipedia Main Page</vt:lpstr>
      <vt:lpstr>4.Google Search Page </vt:lpstr>
      <vt:lpstr>5.Demo QA Using POM</vt:lpstr>
      <vt:lpstr>Output:</vt:lpstr>
      <vt:lpstr>6.Selenium Debugging</vt:lpstr>
      <vt:lpstr>Output: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kumar</dc:creator>
  <cp:lastModifiedBy>shubham kumar</cp:lastModifiedBy>
  <cp:revision>13</cp:revision>
  <dcterms:created xsi:type="dcterms:W3CDTF">2024-08-16T18:18:49Z</dcterms:created>
  <dcterms:modified xsi:type="dcterms:W3CDTF">2024-08-19T07:24:04Z</dcterms:modified>
</cp:coreProperties>
</file>